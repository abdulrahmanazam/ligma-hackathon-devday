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4BE4-EC89-C280-4612-A2D9BF3BB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53C68-A40B-59A2-5E98-D9CE0460A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6DFA-9D5E-ECB8-72B3-3A31B11B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00F07-A0BC-F24C-E344-514D6ADA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5F397-1D1C-657B-52D7-28843D57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BC41-3C66-0EC1-0BC1-20148526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5F16-AC07-4827-4F60-C4344E3D9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E1B0E-2F4F-D693-DF82-AE15D5C0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F9E4-F14C-3399-6F2E-B58D9012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0A8D3-2992-21CF-4F54-7486E2A2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A2B6-E5FF-02E6-6A3E-483D3E37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14ED0-2FD3-D8FF-84FA-96FEFDCC5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DEFA-41B5-30CB-FDB1-46FE1F3E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54785-F263-4F86-DC48-89B45572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2CFAE-804D-8B35-9DE4-577C7181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94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341E-22EE-7E1C-0202-E2E275051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584CE-7EB8-3395-CCD0-AAAF89ECA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3C0B2-ECDB-5843-E101-4D8070CC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D65C7-39A3-8946-D02D-17A2F4ED4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C2A38-A3C4-ABA8-A2D7-AED3DDEF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B4C72-089A-583E-660C-FF5074C9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5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6C87-99CA-E612-16DE-34369077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2605-95E1-7ECD-5769-F7EDC9367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B038D-5C3F-4BFE-C88C-F934F63B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E8856-30FB-5FBB-1A6E-905215DB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65BC55-89C0-B720-6C01-CF8DF8ECF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0100E-F48E-9992-EEBE-8D791CD1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DE6FA-0D45-FBA0-003D-9E653F72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71DFE-0F0A-603E-90C0-3E5FD315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13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EF2E-83E4-31FC-5570-BEAD16C2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0328D-E569-C86B-1BE2-2820923A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D8D22-89CC-DA82-F447-491C21E1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958C4-C9ED-E173-BF93-9AE6AA0B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8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69E12-F09C-25C8-DFB4-E16150DE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3C000-4CB5-DA5E-5041-19EB74B7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5F0AF-C534-7437-8D22-8D08412F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7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C016C-DA70-D32B-2A53-7F0B7D55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7E441-39C3-9665-912F-4F1BFFB6B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43FCE-7259-B098-5429-D04FE8619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A0EA3-8406-785E-4280-DAFF9C33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36301-9859-3BAB-5BC2-003D7D60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32A18-D210-0F73-C5FB-E405E587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1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08A4-6447-2A82-3885-E14FFEC4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23045-3F46-2B44-1458-069BD5865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0C259-3B05-4C45-5D65-FFF1568F8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D91B-E276-8332-CA10-8A506F20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CC229-C0B5-1B2C-F382-459C307A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DB8E0-14FF-3AF0-EB77-FD21EF76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4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34A5-D4F2-3734-6F12-D6CD8369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8133C-FD55-85AF-18CB-E51758D1F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3E008-7CA2-B05F-A082-53C2DE31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6837B-E1A7-BA56-C7F4-2B30D63C7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1C944-080E-BE32-B2A0-4A855CFE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9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5C2FD-5C19-44ED-0CB2-83D348FD3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6582F-2F87-F5DA-B6DD-B5E0A26AA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EB029-98AD-7167-282E-0B82616B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D4C64-9E99-76CC-9E69-3CCCDA98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78B8-F940-C043-992E-4BA3349F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7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E400F-4791-1E82-D6E2-608786EC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C5F37-C8A5-DE9D-D22C-99B89CA3A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41EAD-E65D-33B8-E606-4578F6AA7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B32E7-9286-449C-B67F-C74ED0407C6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C7F6F-0568-205D-3DFA-4FBBEE5C8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16102-8ED3-1758-825A-D6B9B592C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DF9FA-05FE-42C1-8DF5-FD53AA1EE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21E3-035B-8B75-B870-776EB31D7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0DBA9-25D4-A5F5-2297-9118762B36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F014B-5273-97FE-E1A7-773A608A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24" y="0"/>
            <a:ext cx="12318123" cy="68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0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96D1-26CF-DEC7-E3D3-3B09F0B8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B505-3D7C-5263-6838-8773FC16C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38EA5-41BE-AAC9-FF32-6C0F6278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4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D81C-1721-263B-C2AA-B19010B8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E346-2382-A5F6-FD08-1F6E7EB4B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6A7CE-16CA-4812-46F8-31ECF330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807" y="-73572"/>
            <a:ext cx="12307613" cy="727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4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32E6-C2FB-BD46-63BD-C2BC0B21C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B0839-5370-A3CC-C0C5-B0A9DE7C0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1B8BF-14A1-22B1-4A56-63F4F13A9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19"/>
            <a:ext cx="12192000" cy="67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5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CCBF-B650-9955-D47B-4CA192C9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26B-A027-D3F6-A042-BDE740A7F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1B3FE-E368-DE22-7746-DAFDF57F7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4"/>
            <a:ext cx="12192000" cy="68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4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26F8-822E-02CD-19CD-F692CDCB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7285-726C-D6C4-8CCC-63465742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2E62F-33CC-A726-4516-0576E3C40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8"/>
            <a:ext cx="12192000" cy="678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9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8212-05E4-51DC-566F-990BA37C9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F6AD3-1275-2502-7971-714390637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75024-EF92-BF5A-B34E-C352E280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8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4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2D1C-EAE1-A7B5-13E4-DD0D86D4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A8956-505B-7FCB-101C-62FC2AAF4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8F479-0E25-1DC4-EDC3-07AEC633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91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AB79-6AA7-4A7A-57FB-9AACEF53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9CA89-3916-A91C-285E-EE1A103D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E5D4CB-7A99-D227-EBA0-CD4EC7D0C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0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zayan Ahmed</dc:creator>
  <cp:lastModifiedBy>zayan Ahmed</cp:lastModifiedBy>
  <cp:revision>4</cp:revision>
  <dcterms:created xsi:type="dcterms:W3CDTF">2026-04-29T10:44:27Z</dcterms:created>
  <dcterms:modified xsi:type="dcterms:W3CDTF">2026-04-29T19:29:15Z</dcterms:modified>
</cp:coreProperties>
</file>